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32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Folie 1: Buchstabe als Kontur (sieht überall gleich aus). Farben: Hexagon Petrol #10635C, Ring #5CBFB2 mit 60 % Deckkraft, Buchstabe Weiß. Raster: 64 Einheiten = 10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Folie 2: Buchstabe als Text in Inter Bold (ohne installierte Inter erscheint eine Ersatzschrift). Farben: Hexagon Petrol #10635C, Ring #5CBFB2 mit 60 % Deckkraft, Buchstabe Weiß. Raster: 64 Einheiten = 10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"/>
          <p:cNvSpPr/>
          <p:nvPr/>
        </p:nvSpPr>
        <p:spPr>
          <a:xfrm>
            <a:off x="753750" y="528750"/>
            <a:ext cx="2812500" cy="3262500"/>
          </a:xfrm>
          <a:custGeom>
            <a:avLst/>
            <a:gdLst/>
            <a:ahLst/>
            <a:cxnLst/>
            <a:rect l="l" t="t" r="r" b="b"/>
            <a:pathLst>
              <a:path w="2812500" h="3262500">
                <a:moveTo>
                  <a:pt x="1406250" y="0"/>
                </a:moveTo>
                <a:lnTo>
                  <a:pt x="2812500" y="815625"/>
                </a:lnTo>
                <a:lnTo>
                  <a:pt x="2812500" y="2446875"/>
                </a:lnTo>
                <a:lnTo>
                  <a:pt x="1406250" y="3262500"/>
                </a:lnTo>
                <a:lnTo>
                  <a:pt x="0" y="2446875"/>
                </a:lnTo>
                <a:lnTo>
                  <a:pt x="0" y="815625"/>
                </a:lnTo>
                <a:close/>
              </a:path>
            </a:pathLst>
          </a:custGeom>
          <a:solidFill>
            <a:srgbClr val="106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nner ring"/>
          <p:cNvSpPr/>
          <p:nvPr/>
        </p:nvSpPr>
        <p:spPr>
          <a:xfrm>
            <a:off x="1203750" y="1035000"/>
            <a:ext cx="1912500" cy="2250000"/>
          </a:xfrm>
          <a:custGeom>
            <a:avLst/>
            <a:gdLst/>
            <a:ahLst/>
            <a:cxnLst/>
            <a:rect l="l" t="t" r="r" b="b"/>
            <a:pathLst>
              <a:path w="1912500" h="2250000">
                <a:moveTo>
                  <a:pt x="956250" y="0"/>
                </a:moveTo>
                <a:lnTo>
                  <a:pt x="1912500" y="562500"/>
                </a:lnTo>
                <a:lnTo>
                  <a:pt x="1912500" y="1687500"/>
                </a:lnTo>
                <a:lnTo>
                  <a:pt x="956250" y="2250000"/>
                </a:lnTo>
                <a:lnTo>
                  <a:pt x="0" y="1687500"/>
                </a:lnTo>
                <a:lnTo>
                  <a:pt x="0" y="562500"/>
                </a:lnTo>
                <a:close/>
              </a:path>
            </a:pathLst>
          </a:custGeom>
          <a:noFill/>
          <a:ln w="112500">
            <a:solidFill>
              <a:srgbClr val="5CBFB2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etter P (outline)"/>
          <p:cNvSpPr/>
          <p:nvPr/>
        </p:nvSpPr>
        <p:spPr>
          <a:xfrm>
            <a:off x="1731643" y="1587062"/>
            <a:ext cx="856713" cy="1145875"/>
          </a:xfrm>
          <a:custGeom>
            <a:avLst/>
            <a:gdLst/>
            <a:ahLst/>
            <a:cxnLst/>
            <a:rect l="l" t="t" r="r" b="b"/>
            <a:pathLst>
              <a:path w="856713" h="1145875">
                <a:moveTo>
                  <a:pt x="0" y="1145875"/>
                </a:moveTo>
                <a:lnTo>
                  <a:pt x="0" y="0"/>
                </a:lnTo>
                <a:lnTo>
                  <a:pt x="446814" y="0"/>
                </a:lnTo>
                <a:lnTo>
                  <a:pt x="472569" y="497"/>
                </a:lnTo>
                <a:lnTo>
                  <a:pt x="497540" y="1985"/>
                </a:lnTo>
                <a:lnTo>
                  <a:pt x="521726" y="4465"/>
                </a:lnTo>
                <a:lnTo>
                  <a:pt x="545128" y="7937"/>
                </a:lnTo>
                <a:lnTo>
                  <a:pt x="567746" y="12401"/>
                </a:lnTo>
                <a:lnTo>
                  <a:pt x="589579" y="17858"/>
                </a:lnTo>
                <a:lnTo>
                  <a:pt x="610627" y="24306"/>
                </a:lnTo>
                <a:lnTo>
                  <a:pt x="630892" y="31747"/>
                </a:lnTo>
                <a:lnTo>
                  <a:pt x="650372" y="40179"/>
                </a:lnTo>
                <a:lnTo>
                  <a:pt x="669067" y="49604"/>
                </a:lnTo>
                <a:lnTo>
                  <a:pt x="686936" y="59901"/>
                </a:lnTo>
                <a:lnTo>
                  <a:pt x="703935" y="70952"/>
                </a:lnTo>
                <a:lnTo>
                  <a:pt x="720066" y="82757"/>
                </a:lnTo>
                <a:lnTo>
                  <a:pt x="735328" y="95316"/>
                </a:lnTo>
                <a:lnTo>
                  <a:pt x="749720" y="108628"/>
                </a:lnTo>
                <a:lnTo>
                  <a:pt x="763244" y="122694"/>
                </a:lnTo>
                <a:lnTo>
                  <a:pt x="775899" y="137513"/>
                </a:lnTo>
                <a:lnTo>
                  <a:pt x="787684" y="153086"/>
                </a:lnTo>
                <a:lnTo>
                  <a:pt x="798601" y="169413"/>
                </a:lnTo>
                <a:lnTo>
                  <a:pt x="808648" y="186493"/>
                </a:lnTo>
                <a:lnTo>
                  <a:pt x="817781" y="204208"/>
                </a:lnTo>
                <a:lnTo>
                  <a:pt x="825952" y="222438"/>
                </a:lnTo>
                <a:lnTo>
                  <a:pt x="833161" y="241184"/>
                </a:lnTo>
                <a:lnTo>
                  <a:pt x="839410" y="260445"/>
                </a:lnTo>
                <a:lnTo>
                  <a:pt x="844697" y="280221"/>
                </a:lnTo>
                <a:lnTo>
                  <a:pt x="849023" y="300512"/>
                </a:lnTo>
                <a:lnTo>
                  <a:pt x="852388" y="321318"/>
                </a:lnTo>
                <a:lnTo>
                  <a:pt x="854791" y="342640"/>
                </a:lnTo>
                <a:lnTo>
                  <a:pt x="856233" y="364477"/>
                </a:lnTo>
                <a:lnTo>
                  <a:pt x="856713" y="386829"/>
                </a:lnTo>
                <a:lnTo>
                  <a:pt x="856225" y="409320"/>
                </a:lnTo>
                <a:lnTo>
                  <a:pt x="854760" y="431264"/>
                </a:lnTo>
                <a:lnTo>
                  <a:pt x="852318" y="452663"/>
                </a:lnTo>
                <a:lnTo>
                  <a:pt x="848900" y="473516"/>
                </a:lnTo>
                <a:lnTo>
                  <a:pt x="844505" y="493822"/>
                </a:lnTo>
                <a:lnTo>
                  <a:pt x="839133" y="513583"/>
                </a:lnTo>
                <a:lnTo>
                  <a:pt x="832785" y="532797"/>
                </a:lnTo>
                <a:lnTo>
                  <a:pt x="825460" y="551466"/>
                </a:lnTo>
                <a:lnTo>
                  <a:pt x="817158" y="569588"/>
                </a:lnTo>
                <a:lnTo>
                  <a:pt x="807879" y="587165"/>
                </a:lnTo>
                <a:lnTo>
                  <a:pt x="797674" y="604091"/>
                </a:lnTo>
                <a:lnTo>
                  <a:pt x="786592" y="620264"/>
                </a:lnTo>
                <a:lnTo>
                  <a:pt x="774633" y="635684"/>
                </a:lnTo>
                <a:lnTo>
                  <a:pt x="761798" y="650349"/>
                </a:lnTo>
                <a:lnTo>
                  <a:pt x="748086" y="664261"/>
                </a:lnTo>
                <a:lnTo>
                  <a:pt x="733497" y="677420"/>
                </a:lnTo>
                <a:lnTo>
                  <a:pt x="718032" y="689824"/>
                </a:lnTo>
                <a:lnTo>
                  <a:pt x="701690" y="701475"/>
                </a:lnTo>
                <a:lnTo>
                  <a:pt x="684471" y="712373"/>
                </a:lnTo>
                <a:lnTo>
                  <a:pt x="666375" y="722516"/>
                </a:lnTo>
                <a:lnTo>
                  <a:pt x="647445" y="731795"/>
                </a:lnTo>
                <a:lnTo>
                  <a:pt x="627723" y="740097"/>
                </a:lnTo>
                <a:lnTo>
                  <a:pt x="607209" y="747422"/>
                </a:lnTo>
                <a:lnTo>
                  <a:pt x="585903" y="753770"/>
                </a:lnTo>
                <a:lnTo>
                  <a:pt x="563804" y="759142"/>
                </a:lnTo>
                <a:lnTo>
                  <a:pt x="540914" y="763537"/>
                </a:lnTo>
                <a:lnTo>
                  <a:pt x="517231" y="766956"/>
                </a:lnTo>
                <a:lnTo>
                  <a:pt x="492756" y="769397"/>
                </a:lnTo>
                <a:lnTo>
                  <a:pt x="467489" y="770862"/>
                </a:lnTo>
                <a:lnTo>
                  <a:pt x="441430" y="771351"/>
                </a:lnTo>
                <a:lnTo>
                  <a:pt x="234558" y="771351"/>
                </a:lnTo>
                <a:lnTo>
                  <a:pt x="234558" y="1145875"/>
                </a:lnTo>
                <a:close/>
                <a:moveTo>
                  <a:pt x="234558" y="582166"/>
                </a:moveTo>
                <a:lnTo>
                  <a:pt x="403747" y="582166"/>
                </a:lnTo>
                <a:lnTo>
                  <a:pt x="417948" y="581916"/>
                </a:lnTo>
                <a:lnTo>
                  <a:pt x="431633" y="581166"/>
                </a:lnTo>
                <a:lnTo>
                  <a:pt x="444802" y="579917"/>
                </a:lnTo>
                <a:lnTo>
                  <a:pt x="457457" y="578167"/>
                </a:lnTo>
                <a:lnTo>
                  <a:pt x="469596" y="575918"/>
                </a:lnTo>
                <a:lnTo>
                  <a:pt x="481221" y="573168"/>
                </a:lnTo>
                <a:lnTo>
                  <a:pt x="492329" y="569919"/>
                </a:lnTo>
                <a:lnTo>
                  <a:pt x="502923" y="566170"/>
                </a:lnTo>
                <a:lnTo>
                  <a:pt x="513001" y="561921"/>
                </a:lnTo>
                <a:lnTo>
                  <a:pt x="522564" y="557172"/>
                </a:lnTo>
                <a:lnTo>
                  <a:pt x="531631" y="551985"/>
                </a:lnTo>
                <a:lnTo>
                  <a:pt x="540221" y="546421"/>
                </a:lnTo>
                <a:lnTo>
                  <a:pt x="548335" y="540480"/>
                </a:lnTo>
                <a:lnTo>
                  <a:pt x="555971" y="534162"/>
                </a:lnTo>
                <a:lnTo>
                  <a:pt x="563131" y="527468"/>
                </a:lnTo>
                <a:lnTo>
                  <a:pt x="569814" y="520396"/>
                </a:lnTo>
                <a:lnTo>
                  <a:pt x="576020" y="512948"/>
                </a:lnTo>
                <a:lnTo>
                  <a:pt x="581750" y="505123"/>
                </a:lnTo>
                <a:lnTo>
                  <a:pt x="587002" y="496921"/>
                </a:lnTo>
                <a:lnTo>
                  <a:pt x="591778" y="488343"/>
                </a:lnTo>
                <a:lnTo>
                  <a:pt x="596089" y="479437"/>
                </a:lnTo>
                <a:lnTo>
                  <a:pt x="599945" y="470255"/>
                </a:lnTo>
                <a:lnTo>
                  <a:pt x="603348" y="460796"/>
                </a:lnTo>
                <a:lnTo>
                  <a:pt x="606298" y="451060"/>
                </a:lnTo>
                <a:lnTo>
                  <a:pt x="608793" y="441047"/>
                </a:lnTo>
                <a:lnTo>
                  <a:pt x="610835" y="430757"/>
                </a:lnTo>
                <a:lnTo>
                  <a:pt x="612423" y="420190"/>
                </a:lnTo>
                <a:lnTo>
                  <a:pt x="613557" y="409347"/>
                </a:lnTo>
                <a:lnTo>
                  <a:pt x="614238" y="398226"/>
                </a:lnTo>
                <a:lnTo>
                  <a:pt x="614465" y="386829"/>
                </a:lnTo>
                <a:lnTo>
                  <a:pt x="614238" y="375432"/>
                </a:lnTo>
                <a:lnTo>
                  <a:pt x="613557" y="364312"/>
                </a:lnTo>
                <a:lnTo>
                  <a:pt x="612423" y="353468"/>
                </a:lnTo>
                <a:lnTo>
                  <a:pt x="610835" y="342901"/>
                </a:lnTo>
                <a:lnTo>
                  <a:pt x="608793" y="332612"/>
                </a:lnTo>
                <a:lnTo>
                  <a:pt x="606298" y="322599"/>
                </a:lnTo>
                <a:lnTo>
                  <a:pt x="603348" y="312863"/>
                </a:lnTo>
                <a:lnTo>
                  <a:pt x="599945" y="303403"/>
                </a:lnTo>
                <a:lnTo>
                  <a:pt x="596089" y="294221"/>
                </a:lnTo>
                <a:lnTo>
                  <a:pt x="591778" y="285315"/>
                </a:lnTo>
                <a:lnTo>
                  <a:pt x="586999" y="276748"/>
                </a:lnTo>
                <a:lnTo>
                  <a:pt x="581734" y="268581"/>
                </a:lnTo>
                <a:lnTo>
                  <a:pt x="575986" y="260814"/>
                </a:lnTo>
                <a:lnTo>
                  <a:pt x="569753" y="253446"/>
                </a:lnTo>
                <a:lnTo>
                  <a:pt x="563035" y="246479"/>
                </a:lnTo>
                <a:lnTo>
                  <a:pt x="555833" y="239911"/>
                </a:lnTo>
                <a:lnTo>
                  <a:pt x="548146" y="233743"/>
                </a:lnTo>
                <a:lnTo>
                  <a:pt x="539975" y="227976"/>
                </a:lnTo>
                <a:lnTo>
                  <a:pt x="531320" y="222608"/>
                </a:lnTo>
                <a:lnTo>
                  <a:pt x="522180" y="217640"/>
                </a:lnTo>
                <a:lnTo>
                  <a:pt x="512544" y="213110"/>
                </a:lnTo>
                <a:lnTo>
                  <a:pt x="502400" y="209057"/>
                </a:lnTo>
                <a:lnTo>
                  <a:pt x="491749" y="205481"/>
                </a:lnTo>
                <a:lnTo>
                  <a:pt x="480590" y="202382"/>
                </a:lnTo>
                <a:lnTo>
                  <a:pt x="468924" y="199759"/>
                </a:lnTo>
                <a:lnTo>
                  <a:pt x="456750" y="197614"/>
                </a:lnTo>
                <a:lnTo>
                  <a:pt x="444068" y="195945"/>
                </a:lnTo>
                <a:lnTo>
                  <a:pt x="430879" y="194753"/>
                </a:lnTo>
                <a:lnTo>
                  <a:pt x="417182" y="194038"/>
                </a:lnTo>
                <a:lnTo>
                  <a:pt x="402978" y="193799"/>
                </a:lnTo>
                <a:lnTo>
                  <a:pt x="234558" y="193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"/>
          <p:cNvSpPr/>
          <p:nvPr/>
        </p:nvSpPr>
        <p:spPr>
          <a:xfrm>
            <a:off x="753750" y="528750"/>
            <a:ext cx="2812500" cy="3262500"/>
          </a:xfrm>
          <a:custGeom>
            <a:avLst/>
            <a:gdLst/>
            <a:ahLst/>
            <a:cxnLst/>
            <a:rect l="l" t="t" r="r" b="b"/>
            <a:pathLst>
              <a:path w="2812500" h="3262500">
                <a:moveTo>
                  <a:pt x="1406250" y="0"/>
                </a:moveTo>
                <a:lnTo>
                  <a:pt x="2812500" y="815625"/>
                </a:lnTo>
                <a:lnTo>
                  <a:pt x="2812500" y="2446875"/>
                </a:lnTo>
                <a:lnTo>
                  <a:pt x="1406250" y="3262500"/>
                </a:lnTo>
                <a:lnTo>
                  <a:pt x="0" y="2446875"/>
                </a:lnTo>
                <a:lnTo>
                  <a:pt x="0" y="815625"/>
                </a:lnTo>
                <a:close/>
              </a:path>
            </a:pathLst>
          </a:custGeom>
          <a:solidFill>
            <a:srgbClr val="106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nner ring"/>
          <p:cNvSpPr/>
          <p:nvPr/>
        </p:nvSpPr>
        <p:spPr>
          <a:xfrm>
            <a:off x="1203750" y="1035000"/>
            <a:ext cx="1912500" cy="2250000"/>
          </a:xfrm>
          <a:custGeom>
            <a:avLst/>
            <a:gdLst/>
            <a:ahLst/>
            <a:cxnLst/>
            <a:rect l="l" t="t" r="r" b="b"/>
            <a:pathLst>
              <a:path w="1912500" h="2250000">
                <a:moveTo>
                  <a:pt x="956250" y="0"/>
                </a:moveTo>
                <a:lnTo>
                  <a:pt x="1912500" y="562500"/>
                </a:lnTo>
                <a:lnTo>
                  <a:pt x="1912500" y="1687500"/>
                </a:lnTo>
                <a:lnTo>
                  <a:pt x="956250" y="2250000"/>
                </a:lnTo>
                <a:lnTo>
                  <a:pt x="0" y="1687500"/>
                </a:lnTo>
                <a:lnTo>
                  <a:pt x="0" y="562500"/>
                </a:lnTo>
                <a:close/>
              </a:path>
            </a:pathLst>
          </a:custGeom>
          <a:noFill/>
          <a:ln w="112500">
            <a:solidFill>
              <a:srgbClr val="5CBFB2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etter P (text)"/>
          <p:cNvSpPr txBox="1"/>
          <p:nvPr/>
        </p:nvSpPr>
        <p:spPr>
          <a:xfrm>
            <a:off x="1035000" y="922500"/>
            <a:ext cx="2250000" cy="247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2401">
                <a:solidFill>
                  <a:srgbClr val="FFFFFF"/>
                </a:solidFill>
                <a:latin typeface="Inter"/>
              </a:rPr>
              <a:t>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